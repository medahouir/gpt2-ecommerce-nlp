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9ebe9db-4f79-b6f4-b1a1-c65a2df78577}">
          <p14:sldIdLst>
            <p14:sldId id="256"/>
            <p14:sldId id="257"/>
            <p14:sldId id="258"/>
          </p14:sldIdLst>
        </p14:section>
        <p14:section name="Data and model" id="{aff00851-a41d-d664-a22f-03e5f36651e7}">
          <p14:sldIdLst>
            <p14:sldId id="259"/>
            <p14:sldId id="260"/>
            <p14:sldId id="261"/>
            <p14:sldId id="262"/>
            <p14:sldId id="263"/>
          </p14:sldIdLst>
        </p14:section>
        <p14:section name="Results" id="{fc98e396-cf57-4183-fa48-c2639e73d826}">
          <p14:sldIdLst>
            <p14:sldId id="264"/>
            <p14:sldId id="265"/>
          </p14:sldIdLst>
        </p14:section>
        <p14:section name="Application and conclusion" id="{d81e84c7-65ed-6497-25a8-e8facdda945f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920240"/>
            <a:ext cx="96012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669280" cy="5669280"/>
          </a:xfrm>
          <a:prstGeom prst="ellipse">
            <a:avLst/>
          </a:prstGeom>
          <a:solidFill>
            <a:srgbClr val="14919B">
              <a:alpha val="20000"/>
            </a:srgbClr>
          </a:solidFill>
          <a:ln w="12700">
            <a:solidFill>
              <a:srgbClr val="14919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023360"/>
            <a:ext cx="3840480" cy="3840480"/>
          </a:xfrm>
          <a:prstGeom prst="ellipse">
            <a:avLst/>
          </a:prstGeom>
          <a:solidFill>
            <a:srgbClr val="E8743B">
              <a:alpha val="18000"/>
            </a:srgbClr>
          </a:solidFill>
          <a:ln w="12700">
            <a:solidFill>
              <a:srgbClr val="E8743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19202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Generating Product Descriptions with GPT-2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1188720" cy="64008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text generation from structured product features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29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AHOUIR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product facts to a description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2120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212080" cy="8229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14600"/>
            <a:ext cx="4663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stores need thousands of descriptions. Writing them by hand is slow and inconsistent.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2120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737360"/>
            <a:ext cx="5212080" cy="8229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514600"/>
            <a:ext cx="4663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title, features and details, generate a fluent description that stays faithful to the facts.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4846320"/>
            <a:ext cx="10789920" cy="1188720"/>
          </a:xfrm>
          <a:prstGeom prst="rect">
            <a:avLst/>
          </a:prstGeom>
          <a:solidFill>
            <a:srgbClr val="FDECE3"/>
          </a:solidFill>
          <a:ln w="12700">
            <a:solidFill>
              <a:srgbClr val="FDEC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8463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risk: inventing specifications that are not in the input.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Six-step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3832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566928" cy="566928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116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788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products with their real descriptions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3832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011680"/>
            <a:ext cx="566928" cy="566928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20116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788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to clean text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3832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011680"/>
            <a:ext cx="566928" cy="566928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20116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788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plus field markers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33832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4206240"/>
            <a:ext cx="566928" cy="566928"/>
          </a:xfrm>
          <a:prstGeom prst="ellipse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4206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983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GPT-2 fine-tuning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434840" y="3931920"/>
            <a:ext cx="33832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4206240"/>
            <a:ext cx="566928" cy="566928"/>
          </a:xfrm>
          <a:prstGeom prst="ellipse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0916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4206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4983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BLEU, perplexity, faithfulness checks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138160" y="3931920"/>
            <a:ext cx="33832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206240"/>
            <a:ext cx="566928" cy="566928"/>
          </a:xfrm>
          <a:prstGeom prst="ellipse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0" y="4206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983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demo app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6473952" cy="1097280"/>
          </a:xfrm>
          <a:prstGeom prst="rect">
            <a:avLst/>
          </a:prstGeom>
          <a:solidFill>
            <a:srgbClr val="0F27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6473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· Training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205472" y="1737360"/>
            <a:ext cx="2157984" cy="1097280"/>
          </a:xfrm>
          <a:prstGeom prst="rect">
            <a:avLst/>
          </a:prstGeom>
          <a:solidFill>
            <a:srgbClr val="14919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05472" y="1737360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363456" y="1737360"/>
            <a:ext cx="2157984" cy="1097280"/>
          </a:xfrm>
          <a:prstGeom prst="rect">
            <a:avLst/>
          </a:prstGeom>
          <a:solidFill>
            <a:srgbClr val="E87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63456" y="1737360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33832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291840"/>
            <a:ext cx="3383280" cy="82296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566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069080"/>
            <a:ext cx="2834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Amazon products in 10 categories, each with a title, features, details and a real description.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26280" y="3291840"/>
            <a:ext cx="33832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3291840"/>
            <a:ext cx="3383280" cy="8229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3566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leakage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4069080"/>
            <a:ext cx="2834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validation and test product is removed from the training data, so the test score is honest.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321040" y="3291840"/>
            <a:ext cx="32004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3291840"/>
            <a:ext cx="3200400" cy="8229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0" y="3566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4069080"/>
            <a:ext cx="2651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are sampled evenly so no category dominates.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240280" cy="868680"/>
          </a:xfrm>
          <a:prstGeom prst="chevron">
            <a:avLst/>
          </a:prstGeom>
          <a:solidFill>
            <a:srgbClr val="0F2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7373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71216" y="1737360"/>
            <a:ext cx="2240280" cy="868680"/>
          </a:xfrm>
          <a:prstGeom prst="chevron">
            <a:avLst/>
          </a:prstGeom>
          <a:solidFill>
            <a:srgbClr val="1491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28416" y="17373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fields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10912" y="1737360"/>
            <a:ext cx="2240280" cy="868680"/>
          </a:xfrm>
          <a:prstGeom prst="chevron">
            <a:avLst/>
          </a:prstGeom>
          <a:solidFill>
            <a:srgbClr val="0F2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68112" y="17373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50608" y="1737360"/>
            <a:ext cx="2240280" cy="868680"/>
          </a:xfrm>
          <a:prstGeom prst="chevron">
            <a:avLst/>
          </a:prstGeom>
          <a:solidFill>
            <a:srgbClr val="1491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07808" y="17373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90304" y="1737360"/>
            <a:ext cx="2240280" cy="868680"/>
          </a:xfrm>
          <a:prstGeom prst="chevron">
            <a:avLst/>
          </a:prstGeom>
          <a:solidFill>
            <a:srgbClr val="0F2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47504" y="17373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3832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08960"/>
            <a:ext cx="3383280" cy="82296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3383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886200"/>
            <a:ext cx="2834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parser splits the raw text into title, features and detail pairs (color, size...).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26280" y="3108960"/>
            <a:ext cx="33832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26280" y="3108960"/>
            <a:ext cx="3383280" cy="8229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3383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and filter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886200"/>
            <a:ext cx="2834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links and extra spaces are removed. Descriptions keep 20 to 200 words, mostly letters, without duplicates.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21040" y="3108960"/>
            <a:ext cx="32004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21040" y="3108960"/>
            <a:ext cx="3200400" cy="8229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95360" y="3383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shared module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3886200"/>
            <a:ext cx="2651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the prompts for training and for the application, so the model always sees the same input format.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Field-aware encoding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&lt;category&gt;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57400" y="1737360"/>
            <a:ext cx="1005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57400" y="17373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173736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17373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&lt;title&gt;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1005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7373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0" y="173736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0" y="17373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&lt;features&gt;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12280" y="1737360"/>
            <a:ext cx="1005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12280" y="17373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63840" y="173736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17373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&lt;details&gt;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89720" y="1737360"/>
            <a:ext cx="1005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89720" y="17373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241280" y="173736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41280" y="17373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&lt;desc&gt;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2514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field starts with its own marker. The model writes the description after the last one.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" y="3108960"/>
            <a:ext cx="5212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108960"/>
            <a:ext cx="5212080" cy="82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3383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markers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3840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marker tokens added to GPT-2; their meaning is learned during fine-tuning.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3108960"/>
            <a:ext cx="5212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3108960"/>
            <a:ext cx="5212080" cy="8229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0" y="3383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budgets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3840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56, features 150, details 64 tokens, so details are never cut first.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31520" y="4709160"/>
            <a:ext cx="5212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4709160"/>
            <a:ext cx="5212080" cy="8229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5840" y="4983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Optional category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" y="5440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hidden 10% of the time, so the application works without it.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09360" y="4709160"/>
            <a:ext cx="5212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4709160"/>
            <a:ext cx="5212080" cy="82296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83680" y="4983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Graded on the description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0" y="5440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is computed only on the description tokens; padding is ignored.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 GPT-2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3832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91440" cy="19202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423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GPT-2 with transfer learning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434840" y="1737360"/>
            <a:ext cx="33832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737360"/>
            <a:ext cx="91440" cy="192024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423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AdamW, learning rate 5e-5, weight decay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3832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737360"/>
            <a:ext cx="91440" cy="192024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423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6% warm-up, then linear decay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33832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931920"/>
            <a:ext cx="91440" cy="1920240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617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× 2 accumulation steps = 16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434840" y="3931920"/>
            <a:ext cx="33832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3931920"/>
            <a:ext cx="91440" cy="1920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4617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epochs, early stopping, best checkpoint saved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8138160" y="3931920"/>
            <a:ext cx="33832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8160" y="3931920"/>
            <a:ext cx="91440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0392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4617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fp16 mixed precision on a Kaggle T4 GPU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decoding strategy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3832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3383280" cy="8229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impatient writer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260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takes the most likely next word; fast but repetitive.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33832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737360"/>
            <a:ext cx="3383280" cy="8229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Beam search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careful writer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9260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several drafts (3 to 4 beams, 3 variants) and picks the best one.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321040" y="1737360"/>
            <a:ext cx="32004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737360"/>
            <a:ext cx="3200400" cy="82296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0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Top-p sampling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2468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creative writer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292608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choice among likely words; varied but riskier.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31520" y="4983480"/>
            <a:ext cx="10789920" cy="10972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4983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on validation data, never on the test set. All settings block repeated 3-word phrases in the generated text, while still allowing words from the product facts.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514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2514600" cy="8229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11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BLEU and chrF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88036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to the Amazon reference description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90265" y="1737360"/>
            <a:ext cx="2514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90265" y="1737360"/>
            <a:ext cx="2514600" cy="8229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64585" y="2011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Perplexity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764585" y="288036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of the model on the test set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49010" y="1737360"/>
            <a:ext cx="2514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49010" y="1737360"/>
            <a:ext cx="2514600" cy="82296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23330" y="2011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Faithfulness checks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523330" y="288036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Invented-number rate, detail recall, title word recall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07754" y="1737360"/>
            <a:ext cx="2514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07754" y="1737360"/>
            <a:ext cx="2514600" cy="82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82074" y="20116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282074" y="288036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GPT-2 without fine-tuning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4800600"/>
            <a:ext cx="10789920" cy="1234440"/>
          </a:xfrm>
          <a:prstGeom prst="rect">
            <a:avLst/>
          </a:prstGeom>
          <a:solidFill>
            <a:srgbClr val="E6F4F4"/>
          </a:solidFill>
          <a:ln w="12700">
            <a:solidFill>
              <a:srgbClr val="E6F4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480060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alone is not enough: it cannot tell whether a text is true, and good descriptions can use different words.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goes wrong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3832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3383280" cy="8229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Invented details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14600"/>
            <a:ext cx="2834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figure described as voiced by a comic writer; an invented game plot for a streaming device.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26280" y="1737360"/>
            <a:ext cx="33832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737360"/>
            <a:ext cx="3383280" cy="82296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Garbled text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514600"/>
            <a:ext cx="2834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 lists of sizes on a cream; contradictory blooming seasons on a plant.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321040" y="1737360"/>
            <a:ext cx="32004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1737360"/>
            <a:ext cx="3200400" cy="8229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0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Copying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2514600"/>
            <a:ext cx="2651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outputs repeat the input features almost word for word, which keeps them faithful but not persuasive.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5120640"/>
            <a:ext cx="10789920" cy="9601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51206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errors are why every generated description should be checked against the product facts before it is published.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application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 CONCLUSION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47548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2286000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2907792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29077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3529584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352958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4151376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415137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(optional)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0" y="2926080"/>
            <a:ext cx="822960" cy="640080"/>
          </a:xfrm>
          <a:prstGeom prst="rightArrow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737360"/>
            <a:ext cx="48463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4944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DESCRIPTION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2286000"/>
            <a:ext cx="4297680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8040" y="228600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appears here in a few seconds.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49440" y="4023360"/>
            <a:ext cx="429768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0" y="4023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if a number is not in the input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0292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with an English interface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loads the trained model and builds the prompt exactly as in training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Limitations, next steps and 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 CONCLUSION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2120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212080" cy="8229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1460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facts mean human review is still needed. BLEU is a weak signal for creative text.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2120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274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737360"/>
            <a:ext cx="5212080" cy="82296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51460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marker tokens with plain-text encoding. Try GPT-2 medium. Train on more of the 100,000 products.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4846320"/>
            <a:ext cx="10789920" cy="12801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8463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GPT-2 turns structured product facts into fluent descriptions. Faithfulness needs careful evaluation and human review. Questions?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669280" cy="5669280"/>
          </a:xfrm>
          <a:prstGeom prst="ellipse">
            <a:avLst/>
          </a:prstGeom>
          <a:solidFill>
            <a:srgbClr val="14919B">
              <a:alpha val="20000"/>
            </a:srgbClr>
          </a:solidFill>
          <a:ln w="12700">
            <a:solidFill>
              <a:srgbClr val="14919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023360"/>
            <a:ext cx="3840480" cy="3840480"/>
          </a:xfrm>
          <a:prstGeom prst="ellipse">
            <a:avLst/>
          </a:prstGeom>
          <a:solidFill>
            <a:srgbClr val="E8743B">
              <a:alpha val="18000"/>
            </a:srgbClr>
          </a:solidFill>
          <a:ln w="12700">
            <a:solidFill>
              <a:srgbClr val="E8743B">
                <a:alpha val="0"/>
              </a:srgbClr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19202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22960" y="3886200"/>
            <a:ext cx="1188720" cy="64008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Generating Product Descriptions with GPT-2</dc:title>
  <dc:subject>PptxGenJS Presentation</dc:subject>
  <dc:creator>Mohamed AHOUIR</dc:creator>
  <cp:lastModifiedBy>Mohamed AHOUIR</cp:lastModifiedBy>
  <cp:revision>1</cp:revision>
  <dcterms:created xsi:type="dcterms:W3CDTF">2026-10-28T00:50:00Z</dcterms:created>
  <dcterms:modified xsi:type="dcterms:W3CDTF">2026-10-28T00:50:00Z</dcterms:modified>
</cp:coreProperties>
</file>